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274320" cy="18288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274320" cy="18288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"/>
            <a:ext cx="274320" cy="18288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19"/>
            <a:ext cx="274320" cy="18288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0080"/>
            <a:ext cx="274320" cy="18288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智能避障机器人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8AACC"/>
                </a:solidFill>
              </a:defRPr>
            </a:pPr>
            <a:r>
              <a:t>Project422 开发过程指导学习手册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114800"/>
            <a:ext cx="3047695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目录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第一章 需求分析 - 项目背景、功能拆分、硬件资源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第二章 具体模块功能 - 六大功能模块详解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第三章 整体流程设计 - 初始化、主循环、避障逻辑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第四章 开发注意事项 - 硬件连接、软件调试、常见问题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AACC"/>
                </a:solidFill>
              </a:defRPr>
            </a:pPr>
            <a:r>
              <a:t>PART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第一章 需求分析概述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项目目标：基于STM32F10x单片机实现智能避障机器人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核心技术：超声波测距、温度检测、OLED显示、485通信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学习价值：掌握GPIO、PWM、USART、I2C/SPI等嵌入式开发技能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应用场景：智能小车、仓储物流、工业巡检等自动导航领域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功能需求拆分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系统初始化模块：时钟配置、GPIO初始化、通信接口配置、显示/执行器初始化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电机驱动控制模块：PWM调速、启停控制、方向切换、避障联动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传感器数据采集模块：超声波测距、485通信协议、温度数据采集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显示系统模块：OLED初始化、图形/文字显示、菜单界面设计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通信接口模块：串口指令接收、485总线通信、数据解析处理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硬件资源需求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主控芯片：STM32F10x系列 (72MHz主频，ARM Cortex-M3内核)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执行器系统：直流电机 + L298N/PWM驱动模块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感知系统：485总线超声波传感器 + 数字温度传感器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显示系统：128×64 OLED屏幕 (I2C/SPI接口)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通信接口：USART1(485传感器) + USART3(上位机指令)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AACC"/>
                </a:solidFill>
              </a:defRPr>
            </a:pPr>
            <a:r>
              <a:t>PART 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模块一：GPIO基础外设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LED指示灯：PB5引脚，系统运行状态视觉指示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限位开关：PA4/PA5引脚，机械极限位置保护与方向检测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电机方向控制：PB12引脚，控制电机正反转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电机使能控制：PB11引脚，控制电机启停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配置要点：推挽输出、上拉电阻、50MHz速度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模块二：电机驱动控制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Motor_Init()：读取限位开关状态，确定初始方向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Motor_SetSpeed()：TIM5定时器产生PWM信号控制转速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Motor_Start()：使能定时器通道，输出PWM波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Motor_Stop()：禁用定时器通道，立即停止输出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避障联动：与get_distence()联动，障碍物接近时自动停车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模块三：传感器数据采集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get_distence()：通过485总线获取超声波测距数据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get_tempture()：通过485总线获取环境温度数据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通信协议：485差分信号，半双工通信，Modbus兼容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数据帧格式：指令帧(发起请求) + 数据帧(返回测量值)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物理特性：传输距离远(可达1200米)、抗干扰能力强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模块四：OLED显示系统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OLED_Init()：I2C/SPI接口初始化，128×64分辨率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showLOGO()：显示青鸟图形或品牌标识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showMENU()：交互式菜单界面，显示操作选项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print2OLEDln()：字符串显示函数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printnum2OLEDln()：数值显示函数，支持传感器数据展示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模块五：串口通信系统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USART3配置：接收上位机控制指令，DMA方式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USART1(485)：与传感器通信，发送指令/接收数据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指令解析：识别DATA、LOGO、MENU等指令字符串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缓冲区管理：DMA接收缓冲区，指令解析后清空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通信参数：波特率、数据位、校验位需两端一致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模块六：系统主流程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main()函数架构：初始化 + while(1)主循环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初始化阶段：时钟→GPIO→串口→PWM→OLED→电机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主循环任务：避障检测→指令解析→LED指示→数据采集→显示更新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避障阈值：stopThre = 48cm，超过此距离触发停车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状态管理：通过showcmd变量控制显示模式切换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AACC"/>
                </a:solidFill>
              </a:defRPr>
            </a:pPr>
            <a:r>
              <a:t>PART 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第三章 整体流程设计 - 系统初始化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第一阶段：SystemInit() - 系统时钟配置(HSE 8MHz → SYSCLK 72MHz)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第二阶段：gpio_config() - GPIO引脚初始化(输入/输出模式配置)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第三阶段：uart_init() - USART1/USART3配置(波特率9600/115200)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第四阶段：Motor_Init() - TIM5定时器PWM配置，读取限位状态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第五阶段：OLED_Init() - I2C/SPI接口初始化，清屏显示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第六阶段：Motor_Start() - 使能PWM输出，机器人开始运动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主循环流程设计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任务一：避障处理 - get_distence()读取距离，判断是否停车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任务二：指令解析 - 串口接收数据，匹配DATA/LOGO/MENU指令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任务三：LED指示 - frame_cnt计数器控制LED闪烁频率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任务四：数据采集 - 奇偶帧交替采集距离和温度数据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任务五：显示更新 - 根据showcmd选择显示内容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任务六：帧计数更新 - frame_cnt++，循环控制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避障逻辑流程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触发检测：定时调用get_distence()获取当前障碍物距离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阈值判断：将测量值与stopThre(48cm)进行比较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停车执行：当距离 &lt; 48cm时，调用Motor_Stop()停止电机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恢复运行：当距离 &gt; 48cm时，调用Motor_Resume()恢复运动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方向保护：限位开关触发时自动切换方向，防止机械损坏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显示模式切换流程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三种显示模式：LOGO(图形) / DATA(实时数据) / MENU(菜单界面)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触发机制：串口接收到对应指令后更新showcmd变量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防重复设计：oldshowcmd记录上次模式，避免重复执行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DATA模式：持续调用printnum2OLEDln()更新传感器数值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设计原则：简洁直观，用户友好，一目了然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8AACC"/>
                </a:solidFill>
              </a:defRPr>
            </a:pPr>
            <a:r>
              <a:t>PART 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第四章 开发注意事项 - 硬件连接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GPIO引脚确认：根据原理图核对功能复用，避免冲突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485总线接线：差分信号A+/B-，注意终端匹配电阻(120Ω)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OLED接口：确认I2C地址(0x78/0x7A)，检查SCL/SDA接线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电源要求：确保12V/5V/3.3V供电稳定，功率充足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接线检查：使用万用表逐根验证连通性和极性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软件调试技巧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串口printf：重定向到USART，打印调试信息和变量值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LED调试法：通过LED亮灭状态定位程序执行位置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传感器验证：对比采集值与实际测量值，校准误差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示波器观测：检查PWM波形、485通信信号时序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逐步排查法：从简单模块到复杂系统，逐个验证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常见问题与解决方法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电机不转：检查ENA使能引脚、PWM输出、限位开关状态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传感器无数据：检查485接线(A+/B-)、供电(5V)、波特率匹配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OLED不显示：检查供电(3.3V)、I2C地址、SCL/SDA接线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串口无响应：检查RX/TX接线、波特率设置、DMA配置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硬件故障排除：替换法逐一排除，优先检查电源和接地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4320"/>
            <a:ext cx="5029200" cy="640080"/>
          </a:xfrm>
          <a:prstGeom prst="rect">
            <a:avLst/>
          </a:prstGeom>
          <a:solidFill>
            <a:srgbClr val="0D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8FF"/>
                </a:solidFill>
              </a:defRPr>
            </a:pPr>
            <a:r>
              <a:t>附录：开发学习路径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303520"/>
          </a:xfrm>
          <a:prstGeom prst="roundRect">
            <a:avLst/>
          </a:prstGeom>
          <a:solidFill>
            <a:srgbClr val="0D1A28"/>
          </a:solidFill>
          <a:ln w="18288">
            <a:solidFill>
              <a:srgbClr val="00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第一阶段：开发环境搭建 - STM32CubeMX、Keil/IDE、GPIO基础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第二阶段：外设驱动开发 - 定时器/PWM、USART串口通信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第三阶段：显示接口技术 - I2C/SPI协议、OLED驱动开发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第四阶段：总线通信实践 - 485总线协议、传感器数据采集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▸ 第五阶段：系统集成优化 - 模块整合、主循环设计、功能调试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 a:noFill="1"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274320" cy="18288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274320" cy="18288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0"/>
            <a:ext cx="274320" cy="18288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19"/>
            <a:ext cx="274320" cy="18288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0080"/>
            <a:ext cx="274320" cy="18288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谢谢观看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8AACC"/>
                </a:solidFill>
              </a:defRPr>
            </a:pPr>
            <a:r>
              <a:t>智能避障机器人 - 开发过程指导学习手册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114800"/>
            <a:ext cx="3047695" cy="36576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1218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8AACC"/>
                </a:solidFill>
              </a:defRPr>
            </a:pPr>
            <a: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